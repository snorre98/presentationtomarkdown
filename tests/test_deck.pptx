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slide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line</a:t>
            </a:r>
          </a:p>
          <a:p>
            <a:r>
              <a:t>Second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Untitled slide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with *details*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 and *formatting*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t>Plain point</a:t>
            </a:r>
          </a:p>
          <a:p>
            <a:pPr>
              <a:buChar char="•"/>
            </a:pPr>
            <a:r>
              <a:rPr b="1"/>
              <a:t>Bold </a:t>
            </a:r>
            <a:r>
              <a:rPr i="1"/>
              <a:t>italic</a:t>
            </a:r>
            <a:r>
              <a:t> tail</a:t>
            </a:r>
          </a:p>
          <a:p>
            <a:pPr lvl="1">
              <a:buChar char="–"/>
            </a:pPr>
            <a:r>
              <a:t>Nested child</a:t>
            </a:r>
          </a:p>
          <a:p>
            <a:pPr>
              <a:buAutoNum type="arabicPeriod"/>
            </a:pPr>
            <a:r>
              <a:t>Numbered one</a:t>
            </a:r>
          </a:p>
          <a:p>
            <a:pPr>
              <a:buAutoNum type="arabicPeriod"/>
            </a:pPr>
            <a:r>
              <a:t>Numbered two</a:t>
            </a:r>
          </a:p>
          <a:p>
            <a:pPr>
              <a:buNone/>
            </a:pPr>
            <a:r>
              <a:t>Bullets removed explicitly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slide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9144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has | pipe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line1</a:t>
                      </a:r>
                    </a:p>
                    <a:p>
                      <a:r>
                        <a:t>line2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slide</a:t>
            </a:r>
          </a:p>
        </p:txBody>
      </p:sp>
      <p:pic>
        <p:nvPicPr>
          <p:cNvPr id="3" name="Picture 2" descr="tes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with no title placeholder.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